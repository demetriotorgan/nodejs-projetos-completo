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59" r:id="rId6"/>
    <p:sldId id="274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5" r:id="rId15"/>
    <p:sldId id="267" r:id="rId16"/>
    <p:sldId id="268" r:id="rId17"/>
    <p:sldId id="269" r:id="rId18"/>
    <p:sldId id="270" r:id="rId19"/>
    <p:sldId id="271" r:id="rId20"/>
    <p:sldId id="272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522" y="-14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57655-0C2B-485C-BF97-F1673F337735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E84F-5F25-40F1-8C81-CAF5872534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959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57655-0C2B-485C-BF97-F1673F337735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E84F-5F25-40F1-8C81-CAF5872534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474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57655-0C2B-485C-BF97-F1673F337735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E84F-5F25-40F1-8C81-CAF5872534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6740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57655-0C2B-485C-BF97-F1673F337735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E84F-5F25-40F1-8C81-CAF5872534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739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57655-0C2B-485C-BF97-F1673F337735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E84F-5F25-40F1-8C81-CAF5872534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8104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57655-0C2B-485C-BF97-F1673F337735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E84F-5F25-40F1-8C81-CAF5872534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8557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57655-0C2B-485C-BF97-F1673F337735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E84F-5F25-40F1-8C81-CAF5872534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3024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57655-0C2B-485C-BF97-F1673F337735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E84F-5F25-40F1-8C81-CAF5872534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7819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57655-0C2B-485C-BF97-F1673F337735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E84F-5F25-40F1-8C81-CAF5872534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7197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57655-0C2B-485C-BF97-F1673F337735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E84F-5F25-40F1-8C81-CAF5872534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5486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57655-0C2B-485C-BF97-F1673F337735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8E84F-5F25-40F1-8C81-CAF5872534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0494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57655-0C2B-485C-BF97-F1673F337735}" type="datetimeFigureOut">
              <a:rPr lang="pt-BR" smtClean="0"/>
              <a:t>22/10/2024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8E84F-5F25-40F1-8C81-CAF5872534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0002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 smtClean="0"/>
              <a:t>apiNode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Projeto DEV-CLUB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7752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Iniciando o projeto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1-   </a:t>
            </a:r>
            <a:r>
              <a:rPr lang="pt-BR" dirty="0" err="1" smtClean="0"/>
              <a:t>npm</a:t>
            </a:r>
            <a:r>
              <a:rPr lang="pt-BR" dirty="0" smtClean="0"/>
              <a:t> </a:t>
            </a:r>
            <a:r>
              <a:rPr lang="pt-BR" dirty="0" err="1" smtClean="0"/>
              <a:t>init</a:t>
            </a:r>
            <a:r>
              <a:rPr lang="pt-BR" dirty="0" smtClean="0"/>
              <a:t> –y</a:t>
            </a:r>
          </a:p>
          <a:p>
            <a:pPr marL="0" indent="0">
              <a:buNone/>
            </a:pPr>
            <a:r>
              <a:rPr lang="pt-BR" dirty="0" smtClean="0"/>
              <a:t>2-   Criando o arquivo server.js</a:t>
            </a:r>
          </a:p>
          <a:p>
            <a:pPr marL="0" indent="0">
              <a:buNone/>
            </a:pPr>
            <a:r>
              <a:rPr lang="pt-BR" dirty="0" smtClean="0"/>
              <a:t>3- Instalando o </a:t>
            </a:r>
            <a:r>
              <a:rPr lang="pt-BR" dirty="0" err="1" smtClean="0"/>
              <a:t>express</a:t>
            </a:r>
            <a:r>
              <a:rPr lang="pt-BR" dirty="0" smtClean="0"/>
              <a:t>:  </a:t>
            </a:r>
            <a:r>
              <a:rPr lang="pt-BR" dirty="0" err="1" smtClean="0"/>
              <a:t>npm</a:t>
            </a:r>
            <a:r>
              <a:rPr lang="pt-BR" dirty="0" smtClean="0"/>
              <a:t> i </a:t>
            </a:r>
            <a:r>
              <a:rPr lang="pt-BR" dirty="0" err="1" smtClean="0"/>
              <a:t>express</a:t>
            </a: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7928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Parte 1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Criando a primeira rota:</a:t>
            </a:r>
          </a:p>
          <a:p>
            <a:pPr marL="0" indent="0">
              <a:buNone/>
            </a:pPr>
            <a:r>
              <a:rPr lang="pt-BR" dirty="0" smtClean="0"/>
              <a:t>Importante criar no </a:t>
            </a:r>
            <a:r>
              <a:rPr lang="pt-BR" dirty="0" err="1" smtClean="0"/>
              <a:t>packege.json</a:t>
            </a:r>
            <a:r>
              <a:rPr lang="pt-BR" dirty="0" smtClean="0"/>
              <a:t> o “</a:t>
            </a:r>
            <a:r>
              <a:rPr lang="pt-BR" dirty="0" err="1" smtClean="0"/>
              <a:t>type</a:t>
            </a:r>
            <a:r>
              <a:rPr lang="pt-BR" dirty="0" smtClean="0"/>
              <a:t>”:module.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5335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Importante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No arquivo </a:t>
            </a:r>
            <a:r>
              <a:rPr lang="pt-BR" dirty="0" err="1" smtClean="0"/>
              <a:t>package.json</a:t>
            </a:r>
            <a:r>
              <a:rPr lang="pt-BR" dirty="0" smtClean="0"/>
              <a:t> devemos inserir o </a:t>
            </a:r>
            <a:r>
              <a:rPr lang="pt-BR" dirty="0" err="1" smtClean="0"/>
              <a:t>typo</a:t>
            </a:r>
            <a:r>
              <a:rPr lang="pt-BR" dirty="0" smtClean="0"/>
              <a:t> module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636912"/>
            <a:ext cx="4914900" cy="301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Conector de seta reta 4"/>
          <p:cNvCxnSpPr/>
          <p:nvPr/>
        </p:nvCxnSpPr>
        <p:spPr>
          <a:xfrm flipV="1">
            <a:off x="1475656" y="4869160"/>
            <a:ext cx="2448272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806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Rota </a:t>
            </a:r>
            <a:r>
              <a:rPr lang="pt-BR" dirty="0" err="1" smtClean="0"/>
              <a:t>Get</a:t>
            </a:r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872" y="1484784"/>
            <a:ext cx="6096000" cy="443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0213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Iniciando o servidor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Digitamos no terminal:</a:t>
            </a:r>
          </a:p>
          <a:p>
            <a:pPr marL="0" indent="0">
              <a:buNone/>
            </a:pPr>
            <a:r>
              <a:rPr lang="pt-BR" dirty="0" smtClean="0"/>
              <a:t>node server.js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3068960"/>
            <a:ext cx="5191125" cy="208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918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Testando no </a:t>
            </a:r>
            <a:r>
              <a:rPr lang="pt-BR" dirty="0" err="1" smtClean="0"/>
              <a:t>Thunder</a:t>
            </a:r>
            <a:r>
              <a:rPr lang="pt-BR" dirty="0" smtClean="0"/>
              <a:t> </a:t>
            </a:r>
            <a:r>
              <a:rPr lang="pt-BR" dirty="0" err="1" smtClean="0"/>
              <a:t>Client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432" y="1340768"/>
            <a:ext cx="8077200" cy="522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8532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Rota Post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Para reiniciar o servidor toda vez que salvarmos o arquivo vamos usar: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Node - -</a:t>
            </a:r>
            <a:r>
              <a:rPr lang="pt-BR" dirty="0" err="1" smtClean="0"/>
              <a:t>watch</a:t>
            </a:r>
            <a:r>
              <a:rPr lang="pt-BR" dirty="0" smtClean="0"/>
              <a:t> server.js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2745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Rota post</a:t>
            </a:r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772816"/>
            <a:ext cx="64008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9801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Testando no </a:t>
            </a:r>
            <a:r>
              <a:rPr lang="pt-BR" dirty="0" err="1" smtClean="0"/>
              <a:t>Thunder</a:t>
            </a:r>
            <a:endParaRPr lang="pt-B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556792"/>
            <a:ext cx="7460523" cy="4778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37668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Sobre as </a:t>
            </a:r>
            <a:r>
              <a:rPr lang="pt-BR" dirty="0" err="1" smtClean="0"/>
              <a:t>req’s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1- Query </a:t>
            </a:r>
            <a:r>
              <a:rPr lang="pt-BR" dirty="0" err="1" smtClean="0"/>
              <a:t>Paramns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Usado para realizar buscas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2- </a:t>
            </a:r>
            <a:r>
              <a:rPr lang="pt-BR" dirty="0" err="1" smtClean="0"/>
              <a:t>Route</a:t>
            </a:r>
            <a:r>
              <a:rPr lang="pt-BR" dirty="0" smtClean="0"/>
              <a:t> </a:t>
            </a:r>
            <a:r>
              <a:rPr lang="pt-BR" dirty="0" err="1" smtClean="0"/>
              <a:t>Params</a:t>
            </a:r>
            <a:r>
              <a:rPr lang="pt-BR" dirty="0" smtClean="0"/>
              <a:t> (buscar por id, deletar e editar por id) Métodos usados, </a:t>
            </a:r>
            <a:r>
              <a:rPr lang="pt-BR" dirty="0" err="1" smtClean="0"/>
              <a:t>get</a:t>
            </a:r>
            <a:r>
              <a:rPr lang="pt-BR" dirty="0" smtClean="0"/>
              <a:t>, </a:t>
            </a:r>
            <a:r>
              <a:rPr lang="pt-BR" dirty="0" err="1" smtClean="0"/>
              <a:t>put</a:t>
            </a:r>
            <a:r>
              <a:rPr lang="pt-BR" dirty="0" smtClean="0"/>
              <a:t>, delete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3- </a:t>
            </a:r>
            <a:r>
              <a:rPr lang="pt-BR" dirty="0" err="1" smtClean="0"/>
              <a:t>Body</a:t>
            </a:r>
            <a:r>
              <a:rPr lang="pt-BR" dirty="0" smtClean="0"/>
              <a:t> </a:t>
            </a:r>
            <a:r>
              <a:rPr lang="pt-BR" dirty="0" err="1" smtClean="0"/>
              <a:t>Params</a:t>
            </a:r>
            <a:r>
              <a:rPr lang="pt-BR" dirty="0" smtClean="0"/>
              <a:t>: Formato JSON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76392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Body</a:t>
            </a:r>
            <a:r>
              <a:rPr lang="pt-BR" dirty="0" smtClean="0"/>
              <a:t> </a:t>
            </a:r>
            <a:r>
              <a:rPr lang="pt-BR" dirty="0" err="1" smtClean="0"/>
              <a:t>Params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err="1" smtClean="0"/>
              <a:t>Refatorando</a:t>
            </a:r>
            <a:r>
              <a:rPr lang="pt-BR" dirty="0" smtClean="0"/>
              <a:t> a rota GET: Importante lembrar que devemos chamar o </a:t>
            </a:r>
            <a:r>
              <a:rPr lang="pt-BR" dirty="0" err="1" smtClean="0"/>
              <a:t>middleWare</a:t>
            </a:r>
            <a:r>
              <a:rPr lang="pt-BR" dirty="0" smtClean="0"/>
              <a:t> para receber e enviar JSON</a:t>
            </a:r>
            <a:endParaRPr lang="pt-B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1" y="3284984"/>
            <a:ext cx="6429375" cy="257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9432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err="1" smtClean="0"/>
              <a:t>Refatorando</a:t>
            </a:r>
            <a:r>
              <a:rPr lang="pt-BR" dirty="0" smtClean="0"/>
              <a:t> a rota POST</a:t>
            </a:r>
            <a:endParaRPr lang="pt-B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197" y="2708920"/>
            <a:ext cx="6200775" cy="221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8774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Testando:</a:t>
            </a:r>
          </a:p>
          <a:p>
            <a:pPr marL="0" indent="0">
              <a:buNone/>
            </a:pPr>
            <a:r>
              <a:rPr lang="pt-BR" dirty="0" smtClean="0"/>
              <a:t>1- Inserir um novo </a:t>
            </a:r>
            <a:r>
              <a:rPr lang="pt-BR" dirty="0" smtClean="0"/>
              <a:t>usuário </a:t>
            </a:r>
            <a:r>
              <a:rPr lang="pt-BR" dirty="0" smtClean="0"/>
              <a:t>via </a:t>
            </a:r>
            <a:r>
              <a:rPr lang="pt-BR" dirty="0" err="1" smtClean="0"/>
              <a:t>json</a:t>
            </a:r>
            <a:r>
              <a:rPr lang="pt-BR" dirty="0" smtClean="0"/>
              <a:t> na rota POST</a:t>
            </a:r>
          </a:p>
          <a:p>
            <a:pPr marL="0" indent="0">
              <a:buNone/>
            </a:pPr>
            <a:r>
              <a:rPr lang="pt-BR" dirty="0" smtClean="0"/>
              <a:t>2- Resgatar o </a:t>
            </a:r>
            <a:r>
              <a:rPr lang="pt-BR" dirty="0" smtClean="0"/>
              <a:t>usuário </a:t>
            </a:r>
            <a:r>
              <a:rPr lang="pt-BR" dirty="0" smtClean="0"/>
              <a:t>cadastro via rota GET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4518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Colocando status(200 e 201)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err="1" smtClean="0"/>
              <a:t>Refatorando</a:t>
            </a:r>
            <a:r>
              <a:rPr lang="pt-BR" dirty="0" smtClean="0"/>
              <a:t> a rota GET:</a:t>
            </a:r>
            <a:endParaRPr lang="pt-B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2190750"/>
            <a:ext cx="5829300" cy="247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8044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err="1" smtClean="0"/>
              <a:t>Refatorando</a:t>
            </a:r>
            <a:r>
              <a:rPr lang="pt-BR" dirty="0" smtClean="0"/>
              <a:t> a rota POST:</a:t>
            </a:r>
            <a:endParaRPr lang="pt-B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588" y="2371725"/>
            <a:ext cx="5838825" cy="211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014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Testando</a:t>
            </a:r>
            <a:endParaRPr lang="pt-BR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550" y="1270000"/>
            <a:ext cx="6184900" cy="431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8225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Fazendo o GET</a:t>
            </a:r>
            <a:endParaRPr lang="pt-BR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50" y="1340768"/>
            <a:ext cx="6362700" cy="463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4973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Iniciando </a:t>
            </a:r>
            <a:r>
              <a:rPr lang="pt-BR" dirty="0" err="1" smtClean="0"/>
              <a:t>MongoBD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1 – Instalar o primas </a:t>
            </a:r>
            <a:r>
              <a:rPr lang="pt-BR" dirty="0" err="1" smtClean="0"/>
              <a:t>io</a:t>
            </a:r>
            <a:endParaRPr lang="pt-BR" dirty="0" smtClean="0"/>
          </a:p>
          <a:p>
            <a:pPr marL="0" indent="0">
              <a:buNone/>
            </a:pPr>
            <a:r>
              <a:rPr lang="pt-BR" dirty="0" err="1"/>
              <a:t>npm</a:t>
            </a:r>
            <a:r>
              <a:rPr lang="pt-BR" dirty="0"/>
              <a:t> </a:t>
            </a:r>
            <a:r>
              <a:rPr lang="pt-BR" dirty="0" err="1"/>
              <a:t>install</a:t>
            </a:r>
            <a:r>
              <a:rPr lang="pt-BR" dirty="0"/>
              <a:t> prisma --</a:t>
            </a:r>
            <a:r>
              <a:rPr lang="pt-BR" dirty="0" err="1" smtClean="0"/>
              <a:t>save-dev</a:t>
            </a: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2- Arquivos do Primas</a:t>
            </a:r>
          </a:p>
          <a:p>
            <a:pPr marL="0" indent="0">
              <a:buNone/>
            </a:pPr>
            <a:r>
              <a:rPr lang="pt-BR" dirty="0" err="1" smtClean="0"/>
              <a:t>npx</a:t>
            </a:r>
            <a:r>
              <a:rPr lang="pt-BR" dirty="0" smtClean="0"/>
              <a:t> </a:t>
            </a:r>
            <a:r>
              <a:rPr lang="pt-BR" dirty="0"/>
              <a:t>prisma </a:t>
            </a:r>
            <a:r>
              <a:rPr lang="pt-BR" dirty="0" err="1"/>
              <a:t>init</a:t>
            </a:r>
            <a:endParaRPr lang="pt-BR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3140968"/>
            <a:ext cx="4381698" cy="3005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Conector de seta reta 4"/>
          <p:cNvCxnSpPr/>
          <p:nvPr/>
        </p:nvCxnSpPr>
        <p:spPr>
          <a:xfrm>
            <a:off x="3275856" y="2852936"/>
            <a:ext cx="2160240" cy="23762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302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Configurando o </a:t>
            </a:r>
            <a:r>
              <a:rPr lang="pt-BR" dirty="0" err="1" smtClean="0"/>
              <a:t>MongoDB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Inicializando o BD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276872"/>
            <a:ext cx="7371973" cy="4146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7815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String</a:t>
            </a:r>
            <a:r>
              <a:rPr lang="pt-BR" dirty="0" smtClean="0"/>
              <a:t> de Conexão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Clicando em Connect e depois em Drive</a:t>
            </a:r>
            <a:endParaRPr lang="pt-B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420888"/>
            <a:ext cx="4483214" cy="404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Conector de seta reta 4"/>
          <p:cNvCxnSpPr/>
          <p:nvPr/>
        </p:nvCxnSpPr>
        <p:spPr>
          <a:xfrm flipV="1">
            <a:off x="683568" y="3861048"/>
            <a:ext cx="1728192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5609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Arquivo .</a:t>
            </a:r>
            <a:r>
              <a:rPr lang="pt-BR" dirty="0" err="1" smtClean="0"/>
              <a:t>env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Importante no arquivo .</a:t>
            </a:r>
            <a:r>
              <a:rPr lang="pt-BR" dirty="0" err="1" smtClean="0"/>
              <a:t>env</a:t>
            </a:r>
            <a:r>
              <a:rPr lang="pt-BR" dirty="0" smtClean="0"/>
              <a:t> colocar a </a:t>
            </a:r>
            <a:r>
              <a:rPr lang="pt-BR" dirty="0" err="1" smtClean="0"/>
              <a:t>string</a:t>
            </a:r>
            <a:r>
              <a:rPr lang="pt-BR" dirty="0" smtClean="0"/>
              <a:t> de conexão com a senha do banco e o nome do banco</a:t>
            </a:r>
            <a:endParaRPr lang="pt-B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50" y="3429000"/>
            <a:ext cx="6159500" cy="195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01120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No VS CODE</a:t>
            </a:r>
            <a:endParaRPr lang="pt-B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916832"/>
            <a:ext cx="8460432" cy="2233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68119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Configurando o Prisma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Acessar o site do prisma em GET START</a:t>
            </a:r>
            <a:endParaRPr lang="pt-B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91" y="2276872"/>
            <a:ext cx="7816850" cy="361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5259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Arquivo .prisma</a:t>
            </a:r>
            <a:endParaRPr lang="pt-B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675" y="1374775"/>
            <a:ext cx="64706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Conector de seta reta 4"/>
          <p:cNvCxnSpPr/>
          <p:nvPr/>
        </p:nvCxnSpPr>
        <p:spPr>
          <a:xfrm flipV="1">
            <a:off x="2915816" y="5157192"/>
            <a:ext cx="1512168" cy="13681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114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Criando o </a:t>
            </a:r>
            <a:r>
              <a:rPr lang="pt-BR" dirty="0" err="1" smtClean="0"/>
              <a:t>Squema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Formato dos dados a serem enviados ao banco</a:t>
            </a:r>
            <a:endParaRPr lang="pt-BR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348880"/>
            <a:ext cx="8060258" cy="3627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Conector de seta reta 4"/>
          <p:cNvCxnSpPr/>
          <p:nvPr/>
        </p:nvCxnSpPr>
        <p:spPr>
          <a:xfrm flipV="1">
            <a:off x="1763688" y="5157192"/>
            <a:ext cx="1368152" cy="15121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/>
          <p:nvPr/>
        </p:nvCxnSpPr>
        <p:spPr>
          <a:xfrm>
            <a:off x="1619672" y="1268760"/>
            <a:ext cx="720080" cy="21602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9595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IMportante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No nosso caso vamos deixar apenas:</a:t>
            </a:r>
            <a:endParaRPr lang="pt-BR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25" y="2682875"/>
            <a:ext cx="6508750" cy="149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21045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Importante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Rodar o comando: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err="1" smtClean="0"/>
              <a:t>npx</a:t>
            </a:r>
            <a:r>
              <a:rPr lang="pt-BR" dirty="0" smtClean="0"/>
              <a:t> prima </a:t>
            </a:r>
            <a:r>
              <a:rPr lang="pt-BR" dirty="0" err="1" smtClean="0"/>
              <a:t>db</a:t>
            </a:r>
            <a:r>
              <a:rPr lang="pt-BR" dirty="0" smtClean="0"/>
              <a:t> </a:t>
            </a:r>
            <a:r>
              <a:rPr lang="pt-BR" dirty="0" err="1" smtClean="0"/>
              <a:t>push</a:t>
            </a: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902" y="3933056"/>
            <a:ext cx="6794500" cy="184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52964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Prisma </a:t>
            </a:r>
            <a:r>
              <a:rPr lang="pt-BR" dirty="0" err="1" smtClean="0"/>
              <a:t>Client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Rodar o comando: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err="1" smtClean="0"/>
              <a:t>npm</a:t>
            </a:r>
            <a:r>
              <a:rPr lang="pt-BR" dirty="0" smtClean="0"/>
              <a:t> </a:t>
            </a:r>
            <a:r>
              <a:rPr lang="pt-BR" dirty="0" err="1" smtClean="0"/>
              <a:t>install</a:t>
            </a:r>
            <a:r>
              <a:rPr lang="pt-BR" dirty="0" smtClean="0"/>
              <a:t> @prisma/</a:t>
            </a:r>
            <a:r>
              <a:rPr lang="pt-BR" dirty="0" err="1" smtClean="0"/>
              <a:t>client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068504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Testando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Para testar o prisma </a:t>
            </a:r>
            <a:r>
              <a:rPr lang="pt-BR" dirty="0" err="1" smtClean="0"/>
              <a:t>client</a:t>
            </a: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err="1" smtClean="0"/>
              <a:t>npx</a:t>
            </a:r>
            <a:r>
              <a:rPr lang="pt-BR" dirty="0" smtClean="0"/>
              <a:t> prisma </a:t>
            </a:r>
            <a:r>
              <a:rPr lang="pt-BR" dirty="0" err="1" smtClean="0"/>
              <a:t>studio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44811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Alterando a rota POST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Agora devemos alterar a rota POST para inserir um novo usuário: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err="1"/>
              <a:t>import</a:t>
            </a:r>
            <a:r>
              <a:rPr lang="pt-BR" dirty="0"/>
              <a:t> { </a:t>
            </a:r>
            <a:r>
              <a:rPr lang="pt-BR" dirty="0" err="1"/>
              <a:t>PrismaClient</a:t>
            </a:r>
            <a:r>
              <a:rPr lang="pt-BR" dirty="0"/>
              <a:t> } </a:t>
            </a:r>
            <a:r>
              <a:rPr lang="pt-BR" dirty="0" err="1"/>
              <a:t>from</a:t>
            </a:r>
            <a:r>
              <a:rPr lang="pt-BR" dirty="0"/>
              <a:t> '@prisma/</a:t>
            </a:r>
            <a:r>
              <a:rPr lang="pt-BR" dirty="0" err="1"/>
              <a:t>client</a:t>
            </a:r>
            <a:r>
              <a:rPr lang="pt-BR" dirty="0"/>
              <a:t>'</a:t>
            </a:r>
          </a:p>
          <a:p>
            <a:pPr marL="0" indent="0">
              <a:buNone/>
            </a:pPr>
            <a:r>
              <a:rPr lang="pt-BR" dirty="0" err="1"/>
              <a:t>const</a:t>
            </a:r>
            <a:r>
              <a:rPr lang="pt-BR" dirty="0"/>
              <a:t> prisma = new </a:t>
            </a:r>
            <a:r>
              <a:rPr lang="pt-BR" dirty="0" err="1"/>
              <a:t>PrismaClient</a:t>
            </a:r>
            <a:r>
              <a:rPr lang="pt-BR" dirty="0"/>
              <a:t>()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581128"/>
            <a:ext cx="7448550" cy="200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3324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Nova rota POST</a:t>
            </a:r>
            <a:endParaRPr lang="pt-BR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1660525"/>
            <a:ext cx="8661400" cy="353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Conector de seta reta 4"/>
          <p:cNvCxnSpPr/>
          <p:nvPr/>
        </p:nvCxnSpPr>
        <p:spPr>
          <a:xfrm flipV="1">
            <a:off x="683568" y="4797152"/>
            <a:ext cx="1224136" cy="12961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/>
          <p:nvPr/>
        </p:nvCxnSpPr>
        <p:spPr>
          <a:xfrm flipH="1" flipV="1">
            <a:off x="6156176" y="4797152"/>
            <a:ext cx="1296144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/>
          <p:nvPr/>
        </p:nvCxnSpPr>
        <p:spPr>
          <a:xfrm flipH="1">
            <a:off x="2051720" y="1196752"/>
            <a:ext cx="1224136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7205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/>
          <a:lstStyle/>
          <a:p>
            <a:r>
              <a:rPr lang="pt-BR" dirty="0" smtClean="0"/>
              <a:t>Teste</a:t>
            </a:r>
            <a:endParaRPr lang="pt-BR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498" y="908720"/>
            <a:ext cx="6264374" cy="3392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149080"/>
            <a:ext cx="5979496" cy="251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Conector de seta reta 4"/>
          <p:cNvCxnSpPr/>
          <p:nvPr/>
        </p:nvCxnSpPr>
        <p:spPr>
          <a:xfrm>
            <a:off x="1547664" y="2852936"/>
            <a:ext cx="3096344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/>
          <p:nvPr/>
        </p:nvCxnSpPr>
        <p:spPr>
          <a:xfrm>
            <a:off x="827584" y="3429000"/>
            <a:ext cx="2808312" cy="28083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539552" y="3140968"/>
            <a:ext cx="1415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Prisma </a:t>
            </a:r>
            <a:r>
              <a:rPr lang="pt-BR" dirty="0" err="1" smtClean="0"/>
              <a:t>Client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872935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Listar usuários</a:t>
            </a:r>
            <a:endParaRPr lang="pt-BR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2081213"/>
            <a:ext cx="7677150" cy="269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19332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Testando</a:t>
            </a:r>
            <a:endParaRPr lang="pt-BR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484784"/>
            <a:ext cx="6675090" cy="4858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Conector de seta reta 4"/>
          <p:cNvCxnSpPr/>
          <p:nvPr/>
        </p:nvCxnSpPr>
        <p:spPr>
          <a:xfrm flipV="1">
            <a:off x="755576" y="2233067"/>
            <a:ext cx="648072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/>
          <p:nvPr/>
        </p:nvCxnSpPr>
        <p:spPr>
          <a:xfrm flipV="1">
            <a:off x="683568" y="5157192"/>
            <a:ext cx="144016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40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Criando a rota PUT</a:t>
            </a:r>
            <a:endParaRPr lang="pt-BR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700" y="1412776"/>
            <a:ext cx="6324600" cy="499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14975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Teste</a:t>
            </a:r>
            <a:endParaRPr lang="pt-BR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265" y="1268760"/>
            <a:ext cx="5708650" cy="476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Conector de seta reta 4"/>
          <p:cNvCxnSpPr/>
          <p:nvPr/>
        </p:nvCxnSpPr>
        <p:spPr>
          <a:xfrm>
            <a:off x="1706265" y="620688"/>
            <a:ext cx="3297783" cy="12241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/>
          <p:nvPr/>
        </p:nvCxnSpPr>
        <p:spPr>
          <a:xfrm flipV="1">
            <a:off x="827584" y="5229200"/>
            <a:ext cx="2527572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/>
          <p:nvPr/>
        </p:nvCxnSpPr>
        <p:spPr>
          <a:xfrm>
            <a:off x="683568" y="3501008"/>
            <a:ext cx="2016224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696566" y="348576"/>
            <a:ext cx="1422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Id via </a:t>
            </a:r>
            <a:r>
              <a:rPr lang="pt-BR" dirty="0" err="1" smtClean="0"/>
              <a:t>Params</a:t>
            </a:r>
            <a:endParaRPr lang="pt-BR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251520" y="5229200"/>
            <a:ext cx="887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Id atual</a:t>
            </a:r>
            <a:endParaRPr lang="pt-BR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251520" y="3212976"/>
            <a:ext cx="1234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atualização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28784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Rota DELETE</a:t>
            </a:r>
            <a:endParaRPr lang="pt-BR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10" y="1924447"/>
            <a:ext cx="8295825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20886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Testando</a:t>
            </a:r>
            <a:endParaRPr lang="pt-BR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700" y="1340768"/>
            <a:ext cx="5816600" cy="486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Conector de seta reta 4"/>
          <p:cNvCxnSpPr/>
          <p:nvPr/>
        </p:nvCxnSpPr>
        <p:spPr>
          <a:xfrm>
            <a:off x="1619672" y="764704"/>
            <a:ext cx="3672408" cy="1080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/>
          <p:nvPr/>
        </p:nvCxnSpPr>
        <p:spPr>
          <a:xfrm flipV="1">
            <a:off x="611560" y="5301208"/>
            <a:ext cx="1656184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074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Utilizando os </a:t>
            </a:r>
            <a:r>
              <a:rPr lang="pt-BR" dirty="0" err="1" smtClean="0"/>
              <a:t>req</a:t>
            </a:r>
            <a:r>
              <a:rPr lang="pt-BR" dirty="0" smtClean="0"/>
              <a:t> </a:t>
            </a:r>
            <a:r>
              <a:rPr lang="pt-BR" dirty="0" err="1" smtClean="0"/>
              <a:t>params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Neste caso utilizamos para fazer pesquisas ou filtros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Realizando uma pesquisa simples pelo nome e idade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21477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Fazendo filtro com </a:t>
            </a:r>
            <a:r>
              <a:rPr lang="pt-BR" dirty="0" err="1" smtClean="0"/>
              <a:t>params</a:t>
            </a:r>
            <a:endParaRPr lang="pt-BR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772" y="1196752"/>
            <a:ext cx="7534275" cy="530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3892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Teste</a:t>
            </a:r>
            <a:endParaRPr lang="pt-BR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75" y="1484784"/>
            <a:ext cx="5683250" cy="471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Conector de seta reta 4"/>
          <p:cNvCxnSpPr/>
          <p:nvPr/>
        </p:nvCxnSpPr>
        <p:spPr>
          <a:xfrm>
            <a:off x="1730375" y="908720"/>
            <a:ext cx="2985641" cy="11521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/>
          <p:nvPr/>
        </p:nvCxnSpPr>
        <p:spPr>
          <a:xfrm>
            <a:off x="755576" y="5301208"/>
            <a:ext cx="2016224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611560" y="620688"/>
            <a:ext cx="2045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Buscando por idade</a:t>
            </a:r>
            <a:endParaRPr lang="pt-BR" dirty="0"/>
          </a:p>
        </p:txBody>
      </p:sp>
      <p:sp>
        <p:nvSpPr>
          <p:cNvPr id="9" name="CaixaDeTexto 8"/>
          <p:cNvSpPr txBox="1"/>
          <p:nvPr/>
        </p:nvSpPr>
        <p:spPr>
          <a:xfrm>
            <a:off x="395536" y="4725144"/>
            <a:ext cx="1294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Retornando</a:t>
            </a:r>
          </a:p>
          <a:p>
            <a:r>
              <a:rPr lang="pt-BR" dirty="0" smtClean="0"/>
              <a:t>Todos com</a:t>
            </a:r>
          </a:p>
          <a:p>
            <a:r>
              <a:rPr lang="pt-BR" dirty="0" smtClean="0"/>
              <a:t>25 anos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03619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400</Words>
  <Application>Microsoft Office PowerPoint</Application>
  <PresentationFormat>Apresentação na tela (4:3)</PresentationFormat>
  <Paragraphs>100</Paragraphs>
  <Slides>42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3" baseType="lpstr">
      <vt:lpstr>Tema do Office</vt:lpstr>
      <vt:lpstr>apiNode</vt:lpstr>
      <vt:lpstr>Iniciando o projeto</vt:lpstr>
      <vt:lpstr>Parte 1</vt:lpstr>
      <vt:lpstr>Importante</vt:lpstr>
      <vt:lpstr>Rota Get</vt:lpstr>
      <vt:lpstr>Iniciando o servidor</vt:lpstr>
      <vt:lpstr>Testando no Thunder Client</vt:lpstr>
      <vt:lpstr>Rota Post</vt:lpstr>
      <vt:lpstr>Rota post</vt:lpstr>
      <vt:lpstr>Testando no Thunder</vt:lpstr>
      <vt:lpstr>Sobre as req’s</vt:lpstr>
      <vt:lpstr>Body Params</vt:lpstr>
      <vt:lpstr>Apresentação do PowerPoint</vt:lpstr>
      <vt:lpstr>Teste</vt:lpstr>
      <vt:lpstr>Colocando status(200 e 201)</vt:lpstr>
      <vt:lpstr>Apresentação do PowerPoint</vt:lpstr>
      <vt:lpstr>Testando</vt:lpstr>
      <vt:lpstr>Fazendo o GET</vt:lpstr>
      <vt:lpstr>Iniciando MongoBD</vt:lpstr>
      <vt:lpstr>Configurando o MongoDB</vt:lpstr>
      <vt:lpstr>String de Conexão</vt:lpstr>
      <vt:lpstr>Arquivo .env</vt:lpstr>
      <vt:lpstr>No VS CODE</vt:lpstr>
      <vt:lpstr>Configurando o Prisma</vt:lpstr>
      <vt:lpstr>Arquivo .prisma</vt:lpstr>
      <vt:lpstr>Criando o Squema</vt:lpstr>
      <vt:lpstr>IMportante</vt:lpstr>
      <vt:lpstr>Importante</vt:lpstr>
      <vt:lpstr>Prisma Client</vt:lpstr>
      <vt:lpstr>Testando</vt:lpstr>
      <vt:lpstr>Alterando a rota POST</vt:lpstr>
      <vt:lpstr>Nova rota POST</vt:lpstr>
      <vt:lpstr>Teste</vt:lpstr>
      <vt:lpstr>Listar usuários</vt:lpstr>
      <vt:lpstr>Testando</vt:lpstr>
      <vt:lpstr>Criando a rota PUT</vt:lpstr>
      <vt:lpstr>Teste</vt:lpstr>
      <vt:lpstr>Rota DELETE</vt:lpstr>
      <vt:lpstr>Testando</vt:lpstr>
      <vt:lpstr>Utilizando os req params</vt:lpstr>
      <vt:lpstr>Fazendo filtro com params</vt:lpstr>
      <vt:lpstr>Teste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apiNode</dc:title>
  <dc:creator>Demetrio</dc:creator>
  <cp:lastModifiedBy>Demetrio</cp:lastModifiedBy>
  <cp:revision>73</cp:revision>
  <dcterms:created xsi:type="dcterms:W3CDTF">2024-05-31T04:31:58Z</dcterms:created>
  <dcterms:modified xsi:type="dcterms:W3CDTF">2024-10-22T22:35:32Z</dcterms:modified>
</cp:coreProperties>
</file>