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  <p:sldId id="274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49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23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39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922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771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49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816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581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19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114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43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C6582-7496-42E3-9098-5DA5302F0CD3}" type="datetimeFigureOut">
              <a:rPr lang="pt-BR" smtClean="0"/>
              <a:t>15/09/2025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97090-7FDA-487D-96D4-053C4BA622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3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JWT BÁSICO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Projeto Inicial com JWT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2648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Parte 1</a:t>
            </a:r>
            <a:endParaRPr lang="pt-BR" dirty="0"/>
          </a:p>
        </p:txBody>
      </p:sp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dirty="0" smtClean="0"/>
              <a:t>Criando o </a:t>
            </a:r>
            <a:r>
              <a:rPr lang="pt-BR" dirty="0" err="1" smtClean="0"/>
              <a:t>Package</a:t>
            </a:r>
            <a:r>
              <a:rPr lang="pt-BR" dirty="0" smtClean="0"/>
              <a:t> </a:t>
            </a:r>
            <a:r>
              <a:rPr lang="pt-BR" dirty="0" err="1" smtClean="0"/>
              <a:t>json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init</a:t>
            </a:r>
            <a:r>
              <a:rPr lang="pt-BR" dirty="0" smtClean="0"/>
              <a:t> –y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Criando o server.js</a:t>
            </a:r>
          </a:p>
          <a:p>
            <a:pPr marL="0" indent="0">
              <a:buNone/>
            </a:pPr>
            <a:r>
              <a:rPr lang="pt-BR" dirty="0" smtClean="0"/>
              <a:t>Instalando o </a:t>
            </a:r>
            <a:r>
              <a:rPr lang="pt-BR" dirty="0" err="1" smtClean="0"/>
              <a:t>express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express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dotenv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mongoose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cors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bcryptjs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Npm</a:t>
            </a:r>
            <a:r>
              <a:rPr lang="pt-BR" dirty="0" smtClean="0"/>
              <a:t> </a:t>
            </a:r>
            <a:r>
              <a:rPr lang="pt-BR" dirty="0" err="1" smtClean="0"/>
              <a:t>install</a:t>
            </a:r>
            <a:r>
              <a:rPr lang="pt-BR" dirty="0" smtClean="0"/>
              <a:t> </a:t>
            </a:r>
            <a:r>
              <a:rPr lang="pt-BR" dirty="0" err="1" smtClean="0"/>
              <a:t>jsonwebtoken</a:t>
            </a: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Configurando o </a:t>
            </a:r>
            <a:r>
              <a:rPr lang="pt-BR" dirty="0" err="1" smtClean="0"/>
              <a:t>model</a:t>
            </a:r>
            <a:r>
              <a:rPr lang="pt-BR" dirty="0"/>
              <a:t> </a:t>
            </a:r>
            <a:r>
              <a:rPr lang="pt-BR" dirty="0" smtClean="0"/>
              <a:t>no </a:t>
            </a:r>
            <a:r>
              <a:rPr lang="pt-BR" dirty="0" err="1" smtClean="0"/>
              <a:t>packe</a:t>
            </a:r>
            <a:r>
              <a:rPr lang="pt-BR" dirty="0" smtClean="0"/>
              <a:t> </a:t>
            </a:r>
            <a:r>
              <a:rPr lang="pt-BR" dirty="0" err="1" smtClean="0"/>
              <a:t>json</a:t>
            </a:r>
            <a:r>
              <a:rPr lang="pt-BR" dirty="0" smtClean="0"/>
              <a:t>:</a:t>
            </a:r>
          </a:p>
          <a:p>
            <a:pPr marL="0" indent="0">
              <a:buNone/>
            </a:pPr>
            <a:r>
              <a:rPr lang="pt-BR" dirty="0" smtClean="0"/>
              <a:t>“</a:t>
            </a:r>
            <a:r>
              <a:rPr lang="pt-BR" dirty="0" err="1" smtClean="0"/>
              <a:t>type</a:t>
            </a:r>
            <a:r>
              <a:rPr lang="pt-BR" dirty="0" smtClean="0"/>
              <a:t>”: “module”,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No arquivo server.js importar o </a:t>
            </a:r>
            <a:r>
              <a:rPr lang="pt-BR" dirty="0" err="1" smtClean="0"/>
              <a:t>express</a:t>
            </a:r>
            <a:endParaRPr lang="pt-BR" dirty="0" smtClean="0"/>
          </a:p>
          <a:p>
            <a:pPr marL="0" indent="0">
              <a:buNone/>
            </a:pPr>
            <a:r>
              <a:rPr lang="pt-BR" dirty="0" err="1" smtClean="0"/>
              <a:t>Import</a:t>
            </a:r>
            <a:r>
              <a:rPr lang="pt-BR" dirty="0" smtClean="0"/>
              <a:t> </a:t>
            </a:r>
            <a:r>
              <a:rPr lang="pt-BR" dirty="0" err="1" smtClean="0"/>
              <a:t>express</a:t>
            </a:r>
            <a:r>
              <a:rPr lang="pt-BR" dirty="0" smtClean="0"/>
              <a:t> </a:t>
            </a:r>
            <a:r>
              <a:rPr lang="pt-BR" dirty="0" err="1" smtClean="0"/>
              <a:t>from</a:t>
            </a:r>
            <a:r>
              <a:rPr lang="pt-BR" dirty="0" smtClean="0"/>
              <a:t> ‘</a:t>
            </a:r>
            <a:r>
              <a:rPr lang="pt-BR" dirty="0" err="1" smtClean="0"/>
              <a:t>express</a:t>
            </a:r>
            <a:r>
              <a:rPr lang="pt-BR" dirty="0" smtClean="0"/>
              <a:t>’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7212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Usar Express com modules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338" y="2052638"/>
            <a:ext cx="5267325" cy="275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1934954" y="4954309"/>
            <a:ext cx="2240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Iniciando o servidor:</a:t>
            </a:r>
          </a:p>
          <a:p>
            <a:r>
              <a:rPr lang="pt-BR" dirty="0"/>
              <a:t>node --</a:t>
            </a:r>
            <a:r>
              <a:rPr lang="pt-BR" dirty="0" err="1"/>
              <a:t>watch</a:t>
            </a:r>
            <a:r>
              <a:rPr lang="pt-BR" dirty="0"/>
              <a:t> server.js</a:t>
            </a:r>
          </a:p>
        </p:txBody>
      </p:sp>
    </p:spTree>
    <p:extLst>
      <p:ext uri="{BB962C8B-B14F-4D97-AF65-F5344CB8AC3E}">
        <p14:creationId xmlns:p14="http://schemas.microsoft.com/office/powerpoint/2010/main" val="173144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Criando o index.js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111" y="1556792"/>
            <a:ext cx="66992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087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dotenv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6762750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882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Model</a:t>
            </a:r>
            <a:r>
              <a:rPr lang="pt-BR" dirty="0" smtClean="0"/>
              <a:t> </a:t>
            </a:r>
            <a:r>
              <a:rPr lang="pt-BR" dirty="0" err="1" smtClean="0"/>
              <a:t>User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4391025" cy="338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4258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981075"/>
            <a:ext cx="7353300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763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1390650"/>
            <a:ext cx="8943975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4709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Controller</a:t>
            </a:r>
            <a:r>
              <a:rPr lang="pt-BR" dirty="0" smtClean="0"/>
              <a:t> </a:t>
            </a:r>
            <a:r>
              <a:rPr lang="pt-BR" dirty="0" err="1" smtClean="0"/>
              <a:t>User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35613"/>
            <a:ext cx="4486275" cy="394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085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25" y="1219200"/>
            <a:ext cx="785495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667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userRoutes</a:t>
            </a: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12776"/>
            <a:ext cx="4638675" cy="473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15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8309195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2099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Adicionando rota ao Index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01" y="1556792"/>
            <a:ext cx="76485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84" y="3717032"/>
            <a:ext cx="7496617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79022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268760"/>
            <a:ext cx="6264696" cy="5037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8079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Controller</a:t>
            </a:r>
            <a:r>
              <a:rPr lang="pt-BR" dirty="0" smtClean="0"/>
              <a:t> </a:t>
            </a:r>
            <a:r>
              <a:rPr lang="pt-BR" dirty="0" err="1" smtClean="0"/>
              <a:t>Login</a:t>
            </a:r>
            <a:endParaRPr lang="pt-BR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565" y="1772816"/>
            <a:ext cx="6381750" cy="192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7071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933450"/>
            <a:ext cx="718185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1502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Login</a:t>
            </a:r>
            <a:r>
              <a:rPr lang="pt-BR" dirty="0" smtClean="0"/>
              <a:t> </a:t>
            </a:r>
            <a:r>
              <a:rPr lang="pt-BR" dirty="0" err="1" smtClean="0"/>
              <a:t>routes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556792"/>
            <a:ext cx="7196877" cy="3707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8760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Testando</a:t>
            </a:r>
            <a:endParaRPr lang="pt-B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268759"/>
            <a:ext cx="7442795" cy="5080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21940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24853</TotalTime>
  <Words>98</Words>
  <Application>Microsoft Office PowerPoint</Application>
  <PresentationFormat>Apresentação na tela (4:3)</PresentationFormat>
  <Paragraphs>34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19" baseType="lpstr">
      <vt:lpstr>Tema do Office</vt:lpstr>
      <vt:lpstr>JWT BÁSICO</vt:lpstr>
      <vt:lpstr>Parte 1</vt:lpstr>
      <vt:lpstr>Usar Express com modules</vt:lpstr>
      <vt:lpstr>Criando o index.js</vt:lpstr>
      <vt:lpstr>dotenv</vt:lpstr>
      <vt:lpstr>Model User</vt:lpstr>
      <vt:lpstr>Apresentação do PowerPoint</vt:lpstr>
      <vt:lpstr>Apresentação do PowerPoint</vt:lpstr>
      <vt:lpstr>Controller User</vt:lpstr>
      <vt:lpstr>Apresentação do PowerPoint</vt:lpstr>
      <vt:lpstr>userRoutes</vt:lpstr>
      <vt:lpstr>Apresentação do PowerPoint</vt:lpstr>
      <vt:lpstr>Adicionando rota ao Index</vt:lpstr>
      <vt:lpstr>Testando</vt:lpstr>
      <vt:lpstr>Controller Login</vt:lpstr>
      <vt:lpstr>Apresentação do PowerPoint</vt:lpstr>
      <vt:lpstr>Login routes</vt:lpstr>
      <vt:lpstr>Testando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JWT BÁSICO</dc:title>
  <dc:creator>Demetrio</dc:creator>
  <cp:lastModifiedBy>Demetrio</cp:lastModifiedBy>
  <cp:revision>25</cp:revision>
  <dcterms:created xsi:type="dcterms:W3CDTF">2025-09-04T20:06:01Z</dcterms:created>
  <dcterms:modified xsi:type="dcterms:W3CDTF">2025-09-22T02:22:55Z</dcterms:modified>
</cp:coreProperties>
</file>